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gent-auditor-two.vercel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mustapha/agent-audit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AgentAuditor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trust intelligence for the autonomous economy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2026  |  agent-auditor-two.vercel.app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Thousands of AI agents transact onchain with real funds today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reputation system exists for autonomous agents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4747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Agents can rug pull, wash trade, or drain funds with zero accountability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Users, protocols, and DAOs have no way to assess agent trustworthiness before interacting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AgentAuditor scans Blockscout transaction history, runs 9-dimension behavioral analysis, and publishes on-chain trust attestations via Venice AI.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scanning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38912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EVM chains (Base, Gnosis, Ethereum, Arbitrum, Optimism, Polygon)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input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3703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Addresses, ERC-8004 Agent IDs, registry names, ENS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9-dimension profiling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4389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Activity, timezone, tokens, counterparties, protocol loyalty, gas, methods, value flow, contract types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0-100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5074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4-axis breakdown: transaction patterns, contract interactions, fund flow, behavioral consistency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5760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scanner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5760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and audits new agents every 5 minutes with Telegram alerts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2024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pastes agent address, Agent ID, or name. Selects chain.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423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Blockscout API pulls transaction history. ERC-8004 and Olas registries resolve identity.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383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Profile Engine runs 9-dimension analysis on transaction data.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3434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Venice AI (llama-3.3-70b) evaluates profile and produces trust score with 4-axis breakdown.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5303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published as on-chain attestation via ERC-7506. Non-SAFE agents trigger Telegram alert.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463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16, React 19, Tailwind v4, Framer Motion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48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routes, TypeScript 5.8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8346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834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Viem 2.47, Solidity 0.8.24 (Foundry)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3520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520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Venice AI (llama-3.3-70b via OpenAI SDK)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2062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4206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grammy 1.41 (Telegram)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48920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892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4892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Blockscout API (per-chain), ERC-8004 Registry, Olas Registry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5577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E1E24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55778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5577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(web), Render (bot worker)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AgentBlocklist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Base Sepolia (testnet)  ·  0x1E3ba77E2D73B5B70a6D534454305b02e425abBA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Owner-controlled registry of flagged agent addresses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isBlocked(address) reads for anyone to query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blockAgent / unblockAgent / blockAgentsBatch write functions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016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On-chain attestation storage for audit results (ERC-7506)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1097280" y="1645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u="sng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agent-auditor-two.vercel.app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2560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Landing page → Launch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Paste any agent address or select a provided example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Pick a chain or scan All Chains simultaneously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4617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Trust score renders: overall score, 4-axis breakdown, behavioral narrative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5303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Transaction table with decoded method labels and value flows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AgentAuditor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0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trust intelligence for the autonomous economy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Base  ·  Blockscout  ·  Venice AI</a:t>
            </a:r>
            <a:endParaRPr lang="en-US" sz="18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github.com/dmustapha/agent-auditor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AgentAuditor - Forensic Trust Scoring for Onchain AI Agents</dc:title>
  <dc:subject>PptxGenJS Presentation</dc:subject>
  <dc:creator>Dami Mustapha</dc:creator>
  <cp:lastModifiedBy>Dami Mustapha</cp:lastModifiedBy>
  <cp:revision>1</cp:revision>
  <dcterms:created xsi:type="dcterms:W3CDTF">2026-03-23T15:28:32Z</dcterms:created>
  <dcterms:modified xsi:type="dcterms:W3CDTF">2026-03-23T15:28:32Z</dcterms:modified>
</cp:coreProperties>
</file>